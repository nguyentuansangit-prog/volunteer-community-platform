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a17db858bf4216" /><Relationship Type="http://schemas.openxmlformats.org/officeDocument/2006/relationships/extended-properties" Target="/docProps/app.xml" Id="Rb12ecc6fd649469e" /><Relationship Type="http://schemas.openxmlformats.org/officeDocument/2006/relationships/officeDocument" Target="/ppt/presentation.xml" Id="R24f545ab9e064b72" /></Relationships>
</file>

<file path=ppt/presentation.xml><?xml version="1.0" encoding="utf-8"?>
<p:presentation xmlns:p="http://schemas.openxmlformats.org/presentationml/2006/main">
  <p:sldMasterIdLst>
    <p:sldMasterId xmlns:r="http://schemas.openxmlformats.org/officeDocument/2006/relationships" id="2147483648" r:id="Rf3fc88f3956d4bb1"/>
  </p:sldMasterIdLst>
  <p:notesMasterIdLst>
    <p:notesMasterId xmlns:r="http://schemas.openxmlformats.org/officeDocument/2006/relationships" r:id="Rfff941a587e94c8c"/>
  </p:notesMasterIdLst>
  <p:sldIdLst>
    <p:sldId xmlns:r="http://schemas.openxmlformats.org/officeDocument/2006/relationships" id="256" r:id="R6b77f85278af4d0e"/>
    <p:sldId xmlns:r="http://schemas.openxmlformats.org/officeDocument/2006/relationships" id="257" r:id="R530d8c3133ea49f9"/>
    <p:sldId xmlns:r="http://schemas.openxmlformats.org/officeDocument/2006/relationships" id="258" r:id="R3a43cb541a4a4f37"/>
    <p:sldId xmlns:r="http://schemas.openxmlformats.org/officeDocument/2006/relationships" id="259" r:id="Rdb56bd8a2aa14302"/>
    <p:sldId xmlns:r="http://schemas.openxmlformats.org/officeDocument/2006/relationships" id="260" r:id="R34f4e6dc40e94f07"/>
    <p:sldId xmlns:r="http://schemas.openxmlformats.org/officeDocument/2006/relationships" id="261" r:id="R2fb50ef9039b4053"/>
    <p:sldId xmlns:r="http://schemas.openxmlformats.org/officeDocument/2006/relationships" id="262" r:id="Rc46ebd0b4da348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367d65cb4540e4" /><Relationship Type="http://schemas.openxmlformats.org/officeDocument/2006/relationships/slideMaster" Target="/ppt/slideMasters/slideMaster1.xml" Id="Rf3fc88f3956d4bb1" /><Relationship Type="http://schemas.openxmlformats.org/officeDocument/2006/relationships/notesMaster" Target="/ppt/notesMasters/notesMaster1.xml" Id="Rfff941a587e94c8c" /><Relationship Type="http://schemas.openxmlformats.org/officeDocument/2006/relationships/presProps" Target="/ppt/presProps.xml" Id="R96d742e7b8f94db4" /><Relationship Type="http://schemas.openxmlformats.org/officeDocument/2006/relationships/tableStyles" Target="/ppt/tableStyles.xml" Id="R08cfa8500fb749ff" /><Relationship Type="http://schemas.openxmlformats.org/officeDocument/2006/relationships/slide" Target="/ppt/slides/slide1.xml" Id="R6b77f85278af4d0e" /><Relationship Type="http://schemas.openxmlformats.org/officeDocument/2006/relationships/slide" Target="/ppt/slides/slide2.xml" Id="R530d8c3133ea49f9" /><Relationship Type="http://schemas.openxmlformats.org/officeDocument/2006/relationships/slide" Target="/ppt/slides/slide3.xml" Id="R3a43cb541a4a4f37" /><Relationship Type="http://schemas.openxmlformats.org/officeDocument/2006/relationships/slide" Target="/ppt/slides/slide4.xml" Id="Rdb56bd8a2aa14302" /><Relationship Type="http://schemas.openxmlformats.org/officeDocument/2006/relationships/slide" Target="/ppt/slides/slide5.xml" Id="R34f4e6dc40e94f07" /><Relationship Type="http://schemas.openxmlformats.org/officeDocument/2006/relationships/slide" Target="/ppt/slides/slide6.xml" Id="R2fb50ef9039b4053" /><Relationship Type="http://schemas.openxmlformats.org/officeDocument/2006/relationships/slide" Target="/ppt/slides/slide7.xml" Id="Rc46ebd0b4da348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0f6d364a7b41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bf68927cb44afa" /><Relationship Type="http://schemas.openxmlformats.org/officeDocument/2006/relationships/notesMaster" Target="/ppt/notesMasters/notesMaster1.xml" Id="R2a913915d43b43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9dee942be64022" /><Relationship Type="http://schemas.openxmlformats.org/officeDocument/2006/relationships/notesMaster" Target="/ppt/notesMasters/notesMaster1.xml" Id="R6057f06a035c4f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e5e92a0e54d7d" /><Relationship Type="http://schemas.openxmlformats.org/officeDocument/2006/relationships/notesMaster" Target="/ppt/notesMasters/notesMaster1.xml" Id="R18fb38fdb75f41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d8271746604517" /><Relationship Type="http://schemas.openxmlformats.org/officeDocument/2006/relationships/notesMaster" Target="/ppt/notesMasters/notesMaster1.xml" Id="R7084a4233e4842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740b04b88247b2" /><Relationship Type="http://schemas.openxmlformats.org/officeDocument/2006/relationships/notesMaster" Target="/ppt/notesMasters/notesMaster1.xml" Id="R88c8a6ea86a544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abbd98d89f4f6b" /><Relationship Type="http://schemas.openxmlformats.org/officeDocument/2006/relationships/notesMaster" Target="/ppt/notesMasters/notesMaster1.xml" Id="R36cbd6669e1444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b4975c0f504c22" /><Relationship Type="http://schemas.openxmlformats.org/officeDocument/2006/relationships/notesMaster" Target="/ppt/notesMasters/notesMaster1.xml" Id="R43648b492bca4e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ứng viên do trợ lý bổ sung theo yêu cầu chủ dự án, không phải xác nhận nghiệm thu của nhóm. Sprint 12–18/10/2026.</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cần DB QA riêng; PENDING chưa giữ chỗ, APPROVED kiểm tra capacity. Attendance trước thời gian bắt đầu chưa bị chặn trong MVP, chỉ minh họa bằng fixture.</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Regression thực tế gồm race cancellation/attendance và scope khác owner. Guest/blocked/session revocation được kiểm tra trong HTTP suite.</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trình duyệt cục bộ production build, DB QA riêng. Không phải ảnh Preview.</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không tương đương UAT độc lập. PostgreSQL18, database volunteer_week8_completion_test; backup restore đích volunteer_week8_completion_restore_test, 4 migrations. Chi tiết ở docs/week8-completion-results.md.</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phạm vi công việc trợ lý bổ sung; không ghi công hoặc chữ ký thực thi thay từng thành viên. Các tài liệu #53/#54 được tích hợp giữ lịch sử commit.</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dpl_5hbe8sxSp3FiP4qA9exoebxo3pxN. Không giả định quota Neon khi chưa có chi tiết. Không tự ghi feedback, signoff hoặc đã phát hành. Bộ slides là tài liệu diễn tập, chưa có video buổi demo thực tế.</a:t>
            </a:r>
          </a:p>
          <a:p xmlns:a="http://schemas.openxmlformats.org/drawingml/2006/main">
            <a:r>
              <a:t>Nguồn: https://github.com/nguyentuansangit-prog/volunteer-community-platform/pull/55</a:t>
            </a:r>
          </a:p>
          <a:p xmlns:a="http://schemas.openxmlformats.org/drawingml/2006/main">
            <a:r>
              <a:t>Code QA: 3ac88963172d044c50abda21cc0bddcb799d370d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f386b1c6af46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ee83fcf05042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798c7f038d4e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135a6916ad4b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b36547cf9c4a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fd84f7c32f41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D65A51-67F6-4312-856C-4A727AA26D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52EA93-B3CE-44EC-923A-A277332CDE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C38EF5-895B-4470-8F5E-306B056072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DD89D1-DC20-481A-A586-20EB33E31D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EB1C1B-288A-442F-8318-0FFB67125C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8546B6-A4FD-43E6-AAD5-34AB94C1EF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4CE527-517F-4C3C-9BFE-0062B17561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C17035-5122-4859-B0E2-A0ACC7DABD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679AA4-5676-4C0E-840F-5CA508A0D1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071F4D-C333-4398-B4D4-BE56F363DE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b0ff829ee3482f" /><Relationship Type="http://schemas.openxmlformats.org/officeDocument/2006/relationships/slideLayout" Target="/ppt/slideLayouts/slideLayout1.xml" Id="Rb1933b457cf648d5" /><Relationship Type="http://schemas.openxmlformats.org/officeDocument/2006/relationships/slideLayout" Target="/ppt/slideLayouts/slideLayout2.xml" Id="R82ea6a682b3048a9" /><Relationship Type="http://schemas.openxmlformats.org/officeDocument/2006/relationships/slideLayout" Target="/ppt/slideLayouts/slideLayout3.xml" Id="Re24c48bbac09411f" /><Relationship Type="http://schemas.openxmlformats.org/officeDocument/2006/relationships/slideLayout" Target="/ppt/slideLayouts/slideLayout4.xml" Id="R6ac0c47f54454926" /><Relationship Type="http://schemas.openxmlformats.org/officeDocument/2006/relationships/slideLayout" Target="/ppt/slideLayouts/slideLayout5.xml" Id="R5e0b1ee40db64dfc" /><Relationship Type="http://schemas.openxmlformats.org/officeDocument/2006/relationships/slideLayout" Target="/ppt/slideLayouts/slideLayout6.xml" Id="Rb7d35259de3749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933b457cf648d5"/>
    <p:sldLayoutId xmlns:r="http://schemas.openxmlformats.org/officeDocument/2006/relationships" id="2147483650" r:id="R82ea6a682b3048a9"/>
    <p:sldLayoutId xmlns:r="http://schemas.openxmlformats.org/officeDocument/2006/relationships" id="2147483651" r:id="Re24c48bbac09411f"/>
    <p:sldLayoutId xmlns:r="http://schemas.openxmlformats.org/officeDocument/2006/relationships" id="2147483652" r:id="R6ac0c47f54454926"/>
    <p:sldLayoutId xmlns:r="http://schemas.openxmlformats.org/officeDocument/2006/relationships" id="2147483653" r:id="R5e0b1ee40db64dfc"/>
    <p:sldLayoutId xmlns:r="http://schemas.openxmlformats.org/officeDocument/2006/relationships" id="2147483654" r:id="Rb7d35259de3749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b654694a9342aa" /><Relationship Type="http://schemas.openxmlformats.org/officeDocument/2006/relationships/notesSlide" Target="/ppt/notesSlides/notesSlide1.xml" Id="R5203d2a4afdd4d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07beec26f642b9" /><Relationship Type="http://schemas.openxmlformats.org/officeDocument/2006/relationships/notesSlide" Target="/ppt/notesSlides/notesSlide2.xml" Id="Rd0d7298976644a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18771725404aad" /><Relationship Type="http://schemas.openxmlformats.org/officeDocument/2006/relationships/notesSlide" Target="/ppt/notesSlides/notesSlide3.xml" Id="Rfcbe2045c6204e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7d3b9ea5b84e86" /><Relationship Type="http://schemas.openxmlformats.org/officeDocument/2006/relationships/image" Target="/ppt/media/image.jpeg" Id="R57dcb12fbc5748f2" /><Relationship Type="http://schemas.openxmlformats.org/officeDocument/2006/relationships/notesSlide" Target="/ppt/notesSlides/notesSlide4.xml" Id="R548a623c6ca04a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b5967de6e24fe0" /><Relationship Type="http://schemas.openxmlformats.org/officeDocument/2006/relationships/notesSlide" Target="/ppt/notesSlides/notesSlide5.xml" Id="R44b09fddee3643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1c34a8238c4ef3" /><Relationship Type="http://schemas.openxmlformats.org/officeDocument/2006/relationships/notesSlide" Target="/ppt/notesSlides/notesSlide6.xml" Id="R4583cfaefe9e45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88389e5df64871" /><Relationship Type="http://schemas.openxmlformats.org/officeDocument/2006/relationships/notesSlide" Target="/ppt/notesSlides/notesSlide7.xml" Id="R7d5f62db4cd0449a" /></Relationships>
</file>

<file path=ppt/slides/slide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27E03D7-CE6A-4EBD-A56C-75D35E553138}"/>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Volunteer Community Platform</a:t>
            </a:r>
          </a:p>
        </p:txBody>
      </p:sp>
      <p:sp>
        <p:nvSpPr>
          <p:cNvPr id="2" name="">
            <a:extLst xmlns:a="http://schemas.openxmlformats.org/drawingml/2006/main">
              <a:ext uri="{FF2B5EF4-FFF2-40B4-BE49-F238E27FC236}">
                <a16:creationId xmlns:a16="http://schemas.microsoft.com/office/drawing/2014/main" id="{EDF6B3C1-9A5E-4AC6-8686-D943CABBC234}"/>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Bàn giao ứng viên tuần 8</a:t>
            </a:r>
          </a:p>
          <a:p xmlns:a="http://schemas.openxmlformats.org/drawingml/2006/main">
            <a:r>
              <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Kết nối tình nguyện viên với nhà tổ chức</a:t>
            </a:r>
          </a:p>
          <a:p xmlns:a="http://schemas.openxmlformats.org/drawingml/2006/main">
            <a:r>
              <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Bản tích hợp đã kiểm thử cục bộ; Preview đang bị chặn</a:t>
            </a:r>
          </a:p>
        </p:txBody>
      </p:sp>
      <p:sp>
        <p:nvSpPr>
          <p:cNvPr id="3" name="">
            <a:extLst xmlns:a="http://schemas.openxmlformats.org/drawingml/2006/main">
              <a:ext uri="{FF2B5EF4-FFF2-40B4-BE49-F238E27FC236}">
                <a16:creationId xmlns:a16="http://schemas.microsoft.com/office/drawing/2014/main" id="{8B95C2EB-3B65-4F88-B7F1-A82BA19D29C1}"/>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847320028"/>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1FB53A-21B5-4059-B092-A7718A73E3F9}"/>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Luồng hoạt động</a:t>
            </a:r>
          </a:p>
        </p:txBody>
      </p:sp>
      <p:sp>
        <p:nvSpPr>
          <p:cNvPr id="2" name="">
            <a:extLst xmlns:a="http://schemas.openxmlformats.org/drawingml/2006/main">
              <a:ext uri="{FF2B5EF4-FFF2-40B4-BE49-F238E27FC236}">
                <a16:creationId xmlns:a16="http://schemas.microsoft.com/office/drawing/2014/main" id="{96D3C730-ED7A-4388-A3C1-D361941FE446}"/>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Organizer tạo hoạt động và gửi duyệt</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Admin công khai hoạt động</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Volunteer đăng ký → Organizer duyệt đơn</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Điểm danh ghi nhận giờ → dashboard và thông báo</a:t>
            </a:r>
          </a:p>
        </p:txBody>
      </p:sp>
      <p:sp>
        <p:nvSpPr>
          <p:cNvPr id="3" name="">
            <a:extLst xmlns:a="http://schemas.openxmlformats.org/drawingml/2006/main">
              <a:ext uri="{FF2B5EF4-FFF2-40B4-BE49-F238E27FC236}">
                <a16:creationId xmlns:a16="http://schemas.microsoft.com/office/drawing/2014/main" id="{01DF17AD-F80B-47F6-9928-1BE7B01D0B89}"/>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2120325347"/>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40BCAD-BD3E-45F2-81C5-47046D693E4A}"/>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Quyền và tính đúng của dữ liệu</a:t>
            </a:r>
          </a:p>
        </p:txBody>
      </p:sp>
      <p:sp>
        <p:nvSpPr>
          <p:cNvPr id="2" name="">
            <a:extLst xmlns:a="http://schemas.openxmlformats.org/drawingml/2006/main">
              <a:ext uri="{FF2B5EF4-FFF2-40B4-BE49-F238E27FC236}">
                <a16:creationId xmlns:a16="http://schemas.microsoft.com/office/drawing/2014/main" id="{57731119-AE83-4671-9587-3FCDBD5E464E}"/>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Chỉ Volunteer được đăng ký hoạt động</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Owner hoặc Admin quản lý và điểm danh</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Lưu điểm danh lần nữa không cộng dồn giờ</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Hủy đơn loại giờ và điểm danh tương ứng</a:t>
            </a:r>
          </a:p>
        </p:txBody>
      </p:sp>
      <p:sp>
        <p:nvSpPr>
          <p:cNvPr id="3" name="">
            <a:extLst xmlns:a="http://schemas.openxmlformats.org/drawingml/2006/main">
              <a:ext uri="{FF2B5EF4-FFF2-40B4-BE49-F238E27FC236}">
                <a16:creationId xmlns:a16="http://schemas.microsoft.com/office/drawing/2014/main" id="{5938E077-32CC-4362-BBC9-4B4C12BDB278}"/>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296046266"/>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1F8F14-09C6-4C82-968E-DC572F6E437D}"/>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Giao diện đăng ký theo vai trò</a:t>
            </a:r>
          </a:p>
        </p:txBody>
      </p:sp>
      <p:sp>
        <p:nvSpPr>
          <p:cNvPr id="2" name="">
            <a:extLst xmlns:a="http://schemas.openxmlformats.org/drawingml/2006/main">
              <a:ext uri="{FF2B5EF4-FFF2-40B4-BE49-F238E27FC236}">
                <a16:creationId xmlns:a16="http://schemas.microsoft.com/office/drawing/2014/main" id="{538C7EB4-B83A-4329-9B7C-7A342FC5E350}"/>
              </a:ext>
            </a:extLst>
          </p:cNvPr>
          <p:cNvSpPr>
            <a:spLocks xmlns:a="http://schemas.openxmlformats.org/drawingml/2006/main" noGrp="1"/>
          </p:cNvSpPr>
          <p:nvPr/>
        </p:nvSpPr>
        <p:spPr>
          <a:xfrm xmlns:a="http://schemas.openxmlformats.org/drawingml/2006/main">
            <a:off x="685800" y="2190750"/>
            <a:ext cx="4667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Organizer thấy giải thích quyền</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và không có nút đăng ký</a:t>
            </a:r>
          </a:p>
        </p:txBody>
      </p:sp>
      <p:sp>
        <p:nvSpPr>
          <p:cNvPr id="3" name="">
            <a:extLst xmlns:a="http://schemas.openxmlformats.org/drawingml/2006/main">
              <a:ext uri="{FF2B5EF4-FFF2-40B4-BE49-F238E27FC236}">
                <a16:creationId xmlns:a16="http://schemas.microsoft.com/office/drawing/2014/main" id="{32D3322F-1D7D-456F-85A7-CB100E91D54C}"/>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pic>
        <p:nvPicPr>
          <p:cNvPr id="4" name="">
            <a:extLst xmlns:a="http://schemas.openxmlformats.org/drawingml/2006/main">
              <a:ext uri="{FF2B5EF4-FFF2-40B4-BE49-F238E27FC236}">
                <a16:creationId xmlns:a16="http://schemas.microsoft.com/office/drawing/2014/main" id="{A8A3F252-7576-47E0-8CA5-A623BF028C46}"/>
              </a:ext>
            </a:extLst>
          </p:cNvPr>
          <p:cNvPicPr>
            <a:picLocks xmlns:a="http://schemas.openxmlformats.org/drawingml/2006/main" noChangeAspect="1"/>
          </p:cNvPicPr>
          <p:nvPr/>
        </p:nvPicPr>
        <p:blipFill>
          <a:blip xmlns:r="http://schemas.openxmlformats.org/officeDocument/2006/relationships" xmlns:a="http://schemas.openxmlformats.org/drawingml/2006/main" r:embed="R57dcb12fbc5748f2"/>
          <a:stretch xmlns:a="http://schemas.openxmlformats.org/drawingml/2006/main"/>
        </p:blipFill>
        <p:spPr>
          <a:xfrm xmlns:a="http://schemas.openxmlformats.org/drawingml/2006/main">
            <a:off x="7137576" y="1809750"/>
            <a:ext cx="2965098" cy="4095750"/>
          </a:xfrm>
          <a:prstGeom xmlns:a="http://schemas.openxmlformats.org/drawingml/2006/main" prst="rect">
            <a:avLst/>
          </a:prstGeom>
        </p:spPr>
      </p:pic>
    </p:spTree>
    <p:extLst>
      <p:ext uri="{BB962C8B-B14F-4D97-AF65-F5344CB8AC3E}">
        <p14:creationId xmlns:p14="http://schemas.microsoft.com/office/powerpoint/2010/main" val="1932874040"/>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711910-EE46-46F4-BBAF-82A65AB8DF47}"/>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Kết quả QA cục bộ</a:t>
            </a:r>
          </a:p>
        </p:txBody>
      </p:sp>
      <p:sp>
        <p:nvSpPr>
          <p:cNvPr id="2" name="">
            <a:extLst xmlns:a="http://schemas.openxmlformats.org/drawingml/2006/main">
              <a:ext uri="{FF2B5EF4-FFF2-40B4-BE49-F238E27FC236}">
                <a16:creationId xmlns:a16="http://schemas.microsoft.com/office/drawing/2014/main" id="{1E8FF21F-A36C-498F-9A9D-F4A3158EA0B6}"/>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15 unit tests PASS</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3 nhóm integration và 5 nhóm HTTP PASS</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Không có nhóm bị bỏ qua</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Build, lint phạm vi mã nguồn, migration và restore PASS</a:t>
            </a:r>
          </a:p>
        </p:txBody>
      </p:sp>
      <p:sp>
        <p:nvSpPr>
          <p:cNvPr id="3" name="">
            <a:extLst xmlns:a="http://schemas.openxmlformats.org/drawingml/2006/main">
              <a:ext uri="{FF2B5EF4-FFF2-40B4-BE49-F238E27FC236}">
                <a16:creationId xmlns:a16="http://schemas.microsoft.com/office/drawing/2014/main" id="{89CEECAF-5FDC-491A-A53F-1FACFDCFC970}"/>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1520525935"/>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693C25-A137-44C9-BDF5-5160F00F9600}"/>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Công việc theo thành viên</a:t>
            </a:r>
          </a:p>
        </p:txBody>
      </p:sp>
      <p:sp>
        <p:nvSpPr>
          <p:cNvPr id="2" name="">
            <a:extLst xmlns:a="http://schemas.openxmlformats.org/drawingml/2006/main">
              <a:ext uri="{FF2B5EF4-FFF2-40B4-BE49-F238E27FC236}">
                <a16:creationId xmlns:a16="http://schemas.microsoft.com/office/drawing/2014/main" id="{E86E1DC2-2963-4EA5-A0EE-9591969F957B}"/>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Sang: ứng viên tích hợp và hồ sơ release</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Phúc: baseline rules, hướng dẫn và kịch bản UAT</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Tài: UI kết nối backend, sửa quyền đăng ký</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Trân: RBAC, dependencies, API và vận hành</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Kiên: regression và bằng chứng kiểm thử</a:t>
            </a:r>
          </a:p>
        </p:txBody>
      </p:sp>
      <p:sp>
        <p:nvSpPr>
          <p:cNvPr id="3" name="">
            <a:extLst xmlns:a="http://schemas.openxmlformats.org/drawingml/2006/main">
              <a:ext uri="{FF2B5EF4-FFF2-40B4-BE49-F238E27FC236}">
                <a16:creationId xmlns:a16="http://schemas.microsoft.com/office/drawing/2014/main" id="{BD6EF6FA-E0A6-4E37-A30F-9ADCB9DFB18A}"/>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1880879794"/>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3AD52B-16F8-4F06-9BC7-BE17F2A84DAE}"/>
              </a:ext>
            </a:extLst>
          </p:cNvPr>
          <p:cNvSpPr>
            <a:spLocks xmlns:a="http://schemas.openxmlformats.org/drawingml/2006/main" noGrp="1"/>
          </p:cNvSpPr>
          <p:nvPr/>
        </p:nvSpPr>
        <p:spPr>
          <a:xfrm xmlns:a="http://schemas.openxmlformats.org/drawingml/2006/main">
            <a:off x="685800" y="6096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5"/>
                </a:solidFill>
                <a:latin typeface="Arial"/>
                <a:ea typeface="Arial"/>
                <a:cs typeface="Arial"/>
              </a:defRPr>
            </a:defPPr>
          </a:lstStyle>
          <a:p xmlns:a="http://schemas.openxmlformats.org/drawingml/2006/main">
            <a:pPr>
              <a:defRPr sz="3600" b="1">
                <a:solidFill>
                  <a:srgbClr val="243B35"/>
                </a:solidFill>
                <a:latin typeface="Arial"/>
                <a:ea typeface="Arial"/>
                <a:cs typeface="Arial"/>
              </a:defRPr>
            </a:pPr>
            <a:r>
              <a:rPr sz="3600" b="1">
                <a:solidFill>
                  <a:srgbClr val="243B35"/>
                </a:solidFill>
                <a:latin typeface="Arial"/>
                <a:ea typeface="Arial"/>
                <a:cs typeface="Arial"/>
              </a:rPr>
              <a:t>Các điều kiện còn thiếu</a:t>
            </a:r>
          </a:p>
        </p:txBody>
      </p:sp>
      <p:sp>
        <p:nvSpPr>
          <p:cNvPr id="2" name="">
            <a:extLst xmlns:a="http://schemas.openxmlformats.org/drawingml/2006/main">
              <a:ext uri="{FF2B5EF4-FFF2-40B4-BE49-F238E27FC236}">
                <a16:creationId xmlns:a16="http://schemas.microsoft.com/office/drawing/2014/main" id="{0B466CB8-8064-4C7B-A007-A9C9D469CE17}"/>
              </a:ext>
            </a:extLst>
          </p:cNvPr>
          <p:cNvSpPr>
            <a:spLocks xmlns:a="http://schemas.openxmlformats.org/drawingml/2006/main" noGrp="1"/>
          </p:cNvSpPr>
          <p:nvPr/>
        </p:nvSpPr>
        <p:spPr>
          <a:xfrm xmlns:a="http://schemas.openxmlformats.org/drawingml/2006/main">
            <a:off x="685800" y="2000250"/>
            <a:ext cx="108204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35"/>
                </a:solidFill>
                <a:latin typeface="Arial"/>
                <a:ea typeface="Arial"/>
                <a:cs typeface="Arial"/>
              </a:defRPr>
            </a:defPPr>
          </a:lstStyle>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Preview lỗi provisioning integration trước build</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Audit còn 5 high trong chuỗi công cụ lint</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Cần QA trên deployment đúng SHA và review nhóm</a:t>
            </a:r>
          </a:p>
          <a:p xmlns:a="http://schemas.openxmlformats.org/drawingml/2006/main">
            <a:pPr>
              <a:defRPr sz="2400" b="0">
                <a:solidFill>
                  <a:srgbClr val="243B35"/>
                </a:solidFill>
                <a:latin typeface="Arial"/>
                <a:ea typeface="Arial"/>
                <a:cs typeface="Arial"/>
              </a:defRPr>
            </a:pPr>
            <a:r>
              <a:rPr sz="2400" b="0">
                <a:solidFill>
                  <a:srgbClr val="243B35"/>
                </a:solidFill>
                <a:latin typeface="Arial"/>
                <a:ea typeface="Arial"/>
                <a:cs typeface="Arial"/>
              </a:rPr>
              <a:t>Cần UAT/feedback thực tế, merge và production smoke</a:t>
            </a:r>
          </a:p>
        </p:txBody>
      </p:sp>
      <p:sp>
        <p:nvSpPr>
          <p:cNvPr id="3" name="">
            <a:extLst xmlns:a="http://schemas.openxmlformats.org/drawingml/2006/main">
              <a:ext uri="{FF2B5EF4-FFF2-40B4-BE49-F238E27FC236}">
                <a16:creationId xmlns:a16="http://schemas.microsoft.com/office/drawing/2014/main" id="{D892AFE6-663C-42D6-9A13-EFA0CFE60334}"/>
              </a:ext>
            </a:extLst>
          </p:cNvPr>
          <p:cNvSpPr>
            <a:spLocks xmlns:a="http://schemas.openxmlformats.org/drawingml/2006/main" noGrp="1"/>
          </p:cNvSpPr>
          <p:nvPr/>
        </p:nvSpPr>
        <p:spPr>
          <a:xfrm xmlns:a="http://schemas.openxmlformats.org/drawingml/2006/main">
            <a:off x="685800" y="62103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7067"/>
                </a:solidFill>
                <a:latin typeface="Arial"/>
                <a:ea typeface="Arial"/>
                <a:cs typeface="Arial"/>
              </a:defRPr>
            </a:defPPr>
          </a:lstStyle>
          <a:p xmlns:a="http://schemas.openxmlformats.org/drawingml/2006/main">
            <a:pPr>
              <a:defRPr sz="1350" b="0">
                <a:solidFill>
                  <a:srgbClr val="567067"/>
                </a:solidFill>
                <a:latin typeface="Arial"/>
                <a:ea typeface="Arial"/>
                <a:cs typeface="Arial"/>
              </a:defRPr>
            </a:pPr>
            <a:r>
              <a:rPr sz="1350" b="0">
                <a:solidFill>
                  <a:srgbClr val="567067"/>
                </a:solidFill>
                <a:latin typeface="Arial"/>
                <a:ea typeface="Arial"/>
                <a:cs typeface="Arial"/>
              </a:rPr>
              <a:t>KYANON INTERNSHIP GROUP 1   •   TUẦN 8   •   10/10/2026</a:t>
            </a:r>
          </a:p>
        </p:txBody>
      </p:sp>
    </p:spTree>
    <p:extLst>
      <p:ext uri="{BB962C8B-B14F-4D97-AF65-F5344CB8AC3E}">
        <p14:creationId xmlns:p14="http://schemas.microsoft.com/office/powerpoint/2010/main" val="1196212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2026-10-10T01:09:28.1890000Z</dcterms:created>
  <dcterms:modified xsi:type="dcterms:W3CDTF">2026-10-10T01:09:28.1890000Z</dcterms:modified>
</coreProperties>
</file>